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GUIDE (~20 min) — not exported to slides
0:00–2:00  Title + features slide — problem/solution verbally
2:00–6:00  Architecture slides — layered stack + component diagram (REST vs WebSocket vs SSE)
5:00–8:00  Moderation slide — false positives, threshold, human queue
8:00–17:00 LIVE DEMO (3 beats):
  1. Ask Bot: "How does moderation work?" or workspace FAQ question
  2. Post borderline message as member → show flag in mod dashboard → approve as false positive
  3. Ask Bot: "Summarize thread …" on an active thread OR show existing thread summary
17:00–19:00 Extensibility / roadmap — scale story, commercial deployment
19:00–20:00 Q&amp;A
Talking points for objectives not on slides:
- Summarization: Otter-style structured sections; transcript-only, no invented facts; on-demand via Ask Bot tool
- Context: Redis short-term memory + vector long-term Ask Bot memory + channel/thread search tools
- Edge cases: FAQ fallback when OpenAI unavailable; sanitizer hides infra from user-facing bot answers
Export: npx @marp-team/marp-cli --no-stdin docs/presentation-community-bot.md -o docs/presentation-community-bot.pptx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Bot</dc:title>
  <dc:subject>PptxGenJS Presentation</dc:subject>
  <dc:creator>Created by Marp</dc:creator>
  <cp:lastModifiedBy>Created by Marp</cp:lastModifiedBy>
  <cp:revision>1</cp:revision>
  <dcterms:created xsi:type="dcterms:W3CDTF">2026-05-24T10:51:28Z</dcterms:created>
  <dcterms:modified xsi:type="dcterms:W3CDTF">2026-05-24T10:51:28Z</dcterms:modified>
</cp:coreProperties>
</file>